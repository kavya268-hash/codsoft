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CodSoft Machine Learning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fraudulent credit card transactions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model to classify transactions as genuine or fraudulent.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creditcard.csv</a:t>
            </a:r>
          </a:p>
          <a:p>
            <a:r>
              <a:t>Features: Time, V1-V28, Amount</a:t>
            </a:r>
          </a:p>
          <a:p>
            <a:r>
              <a:t>Target: 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Scikit-learn</a:t>
            </a:r>
          </a:p>
          <a:p>
            <a:r>
              <a:t>Random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</a:t>
            </a:r>
          </a:p>
          <a:p>
            <a:r>
              <a:t>Preprocess Data</a:t>
            </a:r>
          </a:p>
          <a:p>
            <a:r>
              <a:t>Train/Test Split</a:t>
            </a:r>
          </a:p>
          <a:p>
            <a:r>
              <a:t>Train Model</a:t>
            </a:r>
          </a:p>
          <a:p>
            <a:r>
              <a:t>Prediction</a:t>
            </a:r>
          </a:p>
          <a:p>
            <a:r>
              <a:t>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</a:t>
            </a:r>
          </a:p>
          <a:p>
            <a:r>
              <a:t>Recall</a:t>
            </a:r>
          </a:p>
          <a:p>
            <a:r>
              <a:t>F1-Score</a:t>
            </a:r>
          </a:p>
          <a:p>
            <a:r>
              <a:t>Confusion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predicts whether a transaction is Fraud or Genuine.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SMOTE</a:t>
            </a:r>
          </a:p>
          <a:p>
            <a:r>
              <a:t>Try XGBoost</a:t>
            </a:r>
          </a:p>
          <a:p>
            <a:r>
              <a:t>Deploy using Flask/Streamlit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helps identify fraudulent transactions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