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Spam SMS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Using Machine Learning</a:t>
            </a:r>
          </a:p>
          <a:p>
            <a:pPr marL="0" indent="0">
              <a:buNone/>
            </a:pPr>
            <a:r>
              <a:t>Name:</a:t>
            </a:r>
            <a:r>
              <a:rPr lang="en-IN"/>
              <a:t> Ch.kavya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Spam SMS detection classifies messages into Spam or Ham using NLP and 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model to detect spam SMS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 spam</a:t>
            </a:r>
          </a:p>
          <a:p>
            <a:r>
              <a:t>• Improve security</a:t>
            </a:r>
          </a:p>
          <a:p>
            <a:r>
              <a:t>• Reduce unwanted messages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SMS Spam Collection</a:t>
            </a:r>
          </a:p>
          <a:p>
            <a:r>
              <a:t>5572 messages</a:t>
            </a:r>
          </a:p>
          <a:p>
            <a:r>
              <a:t>Labels: Spam/Ham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NumPy, Scikit-learn, NLTK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Data</a:t>
            </a:r>
          </a:p>
          <a:p>
            <a:r>
              <a:t>Preprocess</a:t>
            </a:r>
          </a:p>
          <a:p>
            <a:r>
              <a:t>TF-IDF</a:t>
            </a:r>
          </a:p>
          <a:p>
            <a:r>
              <a:t>Train Naive Bayes</a:t>
            </a:r>
          </a:p>
          <a:p>
            <a:r>
              <a:t>Predict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-&gt; Preprocessing -&gt; TF-IDF -&gt; Model -&gt;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~98%</a:t>
            </a:r>
          </a:p>
          <a:p>
            <a:r>
              <a:t>Example: 'Win ₹5000' -&gt; Spam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effectively filters spam SMS.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WPS Presentation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Spam SMS Detection</vt:lpstr>
      <vt:lpstr>Introduction</vt:lpstr>
      <vt:lpstr>Problem Statement</vt:lpstr>
      <vt:lpstr>Objectives</vt:lpstr>
      <vt:lpstr>Dataset</vt:lpstr>
      <vt:lpstr>Technologies</vt:lpstr>
      <vt:lpstr>Methodology</vt:lpstr>
      <vt:lpstr>Architecture</vt:lpstr>
      <vt:lpstr>Results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Kavya Krishna</cp:lastModifiedBy>
  <cp:revision>2</cp:revision>
  <dcterms:created xsi:type="dcterms:W3CDTF">2013-01-27T09:14:00Z</dcterms:created>
  <dcterms:modified xsi:type="dcterms:W3CDTF">2026-07-01T06:22:00Z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570D7E5BC2784582A46DCE1BA230121E_12</vt:lpwstr>
  </property>
  <property fmtid="{D5CDD505-2E9C-101B-9397-08002B2CF9AE}" pid="3" name="KSOProductBuildVer">
    <vt:lpwstr>1033-12.1.0.26372</vt:lpwstr>
  </property>
</Properties>
</file>