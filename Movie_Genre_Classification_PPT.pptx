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Movie Genre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movie genres from descriptions.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Columns: Title, Genre, Description,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Scikit-learn, TF-IDF, Naive Bayes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</a:t>
            </a:r>
          </a:p>
          <a:p>
            <a:r>
              <a:t>Load</a:t>
            </a:r>
          </a:p>
          <a:p>
            <a:r>
              <a:t>Split</a:t>
            </a:r>
          </a:p>
          <a:p>
            <a:r>
              <a:t>Vectorize</a:t>
            </a:r>
          </a:p>
          <a:p>
            <a:r>
              <a:t>Train</a:t>
            </a:r>
          </a:p>
          <a:p>
            <a:r>
              <a:t>Predict</a:t>
            </a:r>
          </a:p>
          <a:p>
            <a:r>
              <a:t>Evaluate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 accuracy and predicted genre.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text classification using 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